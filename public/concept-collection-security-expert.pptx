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ye-sc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91440" y="91440"/>
            <a:ext cx="3108960" cy="2194560"/>
          </a:xfrm>
          <a:prstGeom prst="rect">
            <a:avLst/>
          </a:prstGeom>
        </p:spPr>
      </p:pic>
      <p:pic>
        <p:nvPicPr>
          <p:cNvPr id="4" name="Picture 3" descr="fingerpr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2377440" y="457200"/>
            <a:ext cx="2286000" cy="1737360"/>
          </a:xfrm>
          <a:prstGeom prst="rect">
            <a:avLst/>
          </a:prstGeom>
        </p:spPr>
      </p:pic>
      <p:pic>
        <p:nvPicPr>
          <p:cNvPr id="5" name="Picture 4" descr="baby-f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40000">
            <a:off x="274320" y="2011680"/>
            <a:ext cx="2011680" cy="1554480"/>
          </a:xfrm>
          <a:prstGeom prst="rect">
            <a:avLst/>
          </a:prstGeom>
        </p:spPr>
      </p:pic>
      <p:pic>
        <p:nvPicPr>
          <p:cNvPr id="6" name="Picture 5" descr="dna-heli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4206240" y="0"/>
            <a:ext cx="2194560" cy="1828800"/>
          </a:xfrm>
          <a:prstGeom prst="rect">
            <a:avLst/>
          </a:prstGeom>
        </p:spPr>
      </p:pic>
      <p:pic>
        <p:nvPicPr>
          <p:cNvPr id="7" name="Picture 6" descr="smartwat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6217920" y="182880"/>
            <a:ext cx="2194560" cy="1737360"/>
          </a:xfrm>
          <a:prstGeom prst="rect">
            <a:avLst/>
          </a:prstGeom>
        </p:spPr>
      </p:pic>
      <p:pic>
        <p:nvPicPr>
          <p:cNvPr id="8" name="Picture 7" descr="r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20000">
            <a:off x="8138160" y="0"/>
            <a:ext cx="2103120" cy="1920240"/>
          </a:xfrm>
          <a:prstGeom prst="rect">
            <a:avLst/>
          </a:prstGeom>
        </p:spPr>
      </p:pic>
      <p:pic>
        <p:nvPicPr>
          <p:cNvPr id="9" name="Picture 8" descr="swiss-watc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120000">
            <a:off x="8229600" y="1645920"/>
            <a:ext cx="1828800" cy="1463040"/>
          </a:xfrm>
          <a:prstGeom prst="rect">
            <a:avLst/>
          </a:prstGeom>
        </p:spPr>
      </p:pic>
      <p:pic>
        <p:nvPicPr>
          <p:cNvPr id="10" name="Picture 9" descr="dancing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40000">
            <a:off x="10332720" y="91440"/>
            <a:ext cx="2286000" cy="1737360"/>
          </a:xfrm>
          <a:prstGeom prst="rect">
            <a:avLst/>
          </a:prstGeom>
        </p:spPr>
      </p:pic>
      <p:pic>
        <p:nvPicPr>
          <p:cNvPr id="11" name="Picture 10" descr="ches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300000">
            <a:off x="12070080" y="274320"/>
            <a:ext cx="2468880" cy="1828800"/>
          </a:xfrm>
          <a:prstGeom prst="rect">
            <a:avLst/>
          </a:prstGeom>
        </p:spPr>
      </p:pic>
      <p:pic>
        <p:nvPicPr>
          <p:cNvPr id="12" name="Picture 11" descr="constellation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60000">
            <a:off x="10058400" y="1645920"/>
            <a:ext cx="2011680" cy="1554480"/>
          </a:xfrm>
          <a:prstGeom prst="rect">
            <a:avLst/>
          </a:prstGeom>
        </p:spPr>
      </p:pic>
      <p:pic>
        <p:nvPicPr>
          <p:cNvPr id="13" name="Picture 12" descr="wax-sea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300000">
            <a:off x="0" y="3474720"/>
            <a:ext cx="2377440" cy="1828800"/>
          </a:xfrm>
          <a:prstGeom prst="rect">
            <a:avLst/>
          </a:prstGeom>
        </p:spPr>
      </p:pic>
      <p:pic>
        <p:nvPicPr>
          <p:cNvPr id="14" name="Picture 13" descr="door-knocker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180000">
            <a:off x="2103120" y="3200400"/>
            <a:ext cx="1828800" cy="1463040"/>
          </a:xfrm>
          <a:prstGeom prst="rect">
            <a:avLst/>
          </a:prstGeom>
        </p:spPr>
      </p:pic>
      <p:pic>
        <p:nvPicPr>
          <p:cNvPr id="15" name="Picture 14" descr="lock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0000">
            <a:off x="457200" y="5029200"/>
            <a:ext cx="2103120" cy="1645920"/>
          </a:xfrm>
          <a:prstGeom prst="rect">
            <a:avLst/>
          </a:prstGeom>
        </p:spPr>
      </p:pic>
      <p:pic>
        <p:nvPicPr>
          <p:cNvPr id="16" name="Picture 15" descr="denkrichting1-security-expert.jpe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0" y="2286000"/>
            <a:ext cx="4114800" cy="2926080"/>
          </a:xfrm>
          <a:prstGeom prst="rect">
            <a:avLst/>
          </a:prstGeom>
        </p:spPr>
      </p:pic>
      <p:pic>
        <p:nvPicPr>
          <p:cNvPr id="17" name="Picture 16" descr="vault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360000">
            <a:off x="3200400" y="4754880"/>
            <a:ext cx="2194560" cy="1645920"/>
          </a:xfrm>
          <a:prstGeom prst="rect">
            <a:avLst/>
          </a:prstGeom>
        </p:spPr>
      </p:pic>
      <p:pic>
        <p:nvPicPr>
          <p:cNvPr id="18" name="Picture 17" descr="circuit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00000">
            <a:off x="7498079" y="4389120"/>
            <a:ext cx="2286000" cy="1737360"/>
          </a:xfrm>
          <a:prstGeom prst="rect">
            <a:avLst/>
          </a:prstGeom>
        </p:spPr>
      </p:pic>
      <p:pic>
        <p:nvPicPr>
          <p:cNvPr id="19" name="Picture 18" descr="perfume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240000">
            <a:off x="7772400" y="2011680"/>
            <a:ext cx="1828800" cy="2011680"/>
          </a:xfrm>
          <a:prstGeom prst="rect">
            <a:avLst/>
          </a:prstGeom>
        </p:spPr>
      </p:pic>
      <p:pic>
        <p:nvPicPr>
          <p:cNvPr id="20" name="Picture 19" descr="tattoo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40000">
            <a:off x="9601200" y="2926080"/>
            <a:ext cx="2286000" cy="1737360"/>
          </a:xfrm>
          <a:prstGeom prst="rect">
            <a:avLst/>
          </a:prstGeom>
        </p:spPr>
      </p:pic>
      <p:pic>
        <p:nvPicPr>
          <p:cNvPr id="21" name="Picture 20" descr="mirror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420000">
            <a:off x="11704320" y="2560320"/>
            <a:ext cx="2011680" cy="1645920"/>
          </a:xfrm>
          <a:prstGeom prst="rect">
            <a:avLst/>
          </a:prstGeom>
        </p:spPr>
      </p:pic>
      <p:pic>
        <p:nvPicPr>
          <p:cNvPr id="22" name="Picture 21" descr="chocolate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420000">
            <a:off x="11887200" y="4023360"/>
            <a:ext cx="2286000" cy="1737360"/>
          </a:xfrm>
          <a:prstGeom prst="rect">
            <a:avLst/>
          </a:prstGeom>
        </p:spPr>
      </p:pic>
      <p:pic>
        <p:nvPicPr>
          <p:cNvPr id="23" name="Picture 22" descr="octopus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300000">
            <a:off x="2286000" y="5303520"/>
            <a:ext cx="2103120" cy="1645920"/>
          </a:xfrm>
          <a:prstGeom prst="rect">
            <a:avLst/>
          </a:prstGeom>
        </p:spPr>
      </p:pic>
      <p:pic>
        <p:nvPicPr>
          <p:cNvPr id="24" name="Picture 23" descr="parrot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480000">
            <a:off x="4114800" y="5486400"/>
            <a:ext cx="1828800" cy="1463040"/>
          </a:xfrm>
          <a:prstGeom prst="rect">
            <a:avLst/>
          </a:prstGeom>
        </p:spPr>
      </p:pic>
      <p:pic>
        <p:nvPicPr>
          <p:cNvPr id="25" name="Picture 24" descr="jellyfish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420000">
            <a:off x="5760720" y="5120640"/>
            <a:ext cx="2011680" cy="1645920"/>
          </a:xfrm>
          <a:prstGeom prst="rect">
            <a:avLst/>
          </a:prstGeom>
        </p:spPr>
      </p:pic>
      <p:pic>
        <p:nvPicPr>
          <p:cNvPr id="26" name="Picture 25" descr="butterfly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40000">
            <a:off x="9326880" y="5029200"/>
            <a:ext cx="2286000" cy="1737360"/>
          </a:xfrm>
          <a:prstGeom prst="rect">
            <a:avLst/>
          </a:prstGeom>
        </p:spPr>
      </p:pic>
      <p:pic>
        <p:nvPicPr>
          <p:cNvPr id="27" name="Picture 26" descr="yoga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240000">
            <a:off x="11247120" y="5303520"/>
            <a:ext cx="2103120" cy="1554480"/>
          </a:xfrm>
          <a:prstGeom prst="rect">
            <a:avLst/>
          </a:prstGeom>
        </p:spPr>
      </p:pic>
      <p:pic>
        <p:nvPicPr>
          <p:cNvPr id="28" name="Picture 27" descr="neon-city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180000">
            <a:off x="0" y="6583680"/>
            <a:ext cx="2560320" cy="1554480"/>
          </a:xfrm>
          <a:prstGeom prst="rect">
            <a:avLst/>
          </a:prstGeom>
        </p:spPr>
      </p:pic>
      <p:pic>
        <p:nvPicPr>
          <p:cNvPr id="29" name="Picture 28" descr="graffiti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360000">
            <a:off x="2286000" y="6400800"/>
            <a:ext cx="2286000" cy="1645920"/>
          </a:xfrm>
          <a:prstGeom prst="rect">
            <a:avLst/>
          </a:prstGeom>
        </p:spPr>
      </p:pic>
      <p:pic>
        <p:nvPicPr>
          <p:cNvPr id="30" name="Picture 29" descr="fire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300000">
            <a:off x="4297680" y="6675120"/>
            <a:ext cx="2011680" cy="1463040"/>
          </a:xfrm>
          <a:prstGeom prst="rect">
            <a:avLst/>
          </a:prstGeom>
        </p:spPr>
      </p:pic>
      <p:pic>
        <p:nvPicPr>
          <p:cNvPr id="31" name="Picture 30" descr="sand-writing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480000">
            <a:off x="6035040" y="6400800"/>
            <a:ext cx="2286000" cy="1554480"/>
          </a:xfrm>
          <a:prstGeom prst="rect">
            <a:avLst/>
          </a:prstGeom>
        </p:spPr>
      </p:pic>
      <p:pic>
        <p:nvPicPr>
          <p:cNvPr id="32" name="Picture 31" descr="tree-rings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360000">
            <a:off x="8046720" y="6675120"/>
            <a:ext cx="2103120" cy="1371600"/>
          </a:xfrm>
          <a:prstGeom prst="rect">
            <a:avLst/>
          </a:prstGeom>
        </p:spPr>
      </p:pic>
      <p:pic>
        <p:nvPicPr>
          <p:cNvPr id="33" name="Picture 32" descr="maz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300000">
            <a:off x="9875520" y="6400800"/>
            <a:ext cx="2286000" cy="1645920"/>
          </a:xfrm>
          <a:prstGeom prst="rect">
            <a:avLst/>
          </a:prstGeom>
        </p:spPr>
      </p:pic>
      <p:pic>
        <p:nvPicPr>
          <p:cNvPr id="34" name="Picture 33" descr="spac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180000">
            <a:off x="11795760" y="6583680"/>
            <a:ext cx="2743200" cy="1554480"/>
          </a:xfrm>
          <a:prstGeom prst="rect">
            <a:avLst/>
          </a:prstGeom>
        </p:spPr>
      </p:pic>
      <p:pic>
        <p:nvPicPr>
          <p:cNvPr id="35" name="Picture 34" descr="cooking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120000">
            <a:off x="13258800" y="5029200"/>
            <a:ext cx="1371600" cy="1188720"/>
          </a:xfrm>
          <a:prstGeom prst="rect">
            <a:avLst/>
          </a:prstGeom>
        </p:spPr>
      </p:pic>
      <p:pic>
        <p:nvPicPr>
          <p:cNvPr id="36" name="Picture 35" descr="wine-cork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600000">
            <a:off x="13075920" y="3200400"/>
            <a:ext cx="1463040" cy="1280160"/>
          </a:xfrm>
          <a:prstGeom prst="rect">
            <a:avLst/>
          </a:prstGeom>
        </p:spPr>
      </p:pic>
      <p:pic>
        <p:nvPicPr>
          <p:cNvPr id="37" name="Picture 36" descr="gold-textur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720000">
            <a:off x="3200400" y="1371600"/>
            <a:ext cx="1645920" cy="1188720"/>
          </a:xfrm>
          <a:prstGeom prst="rect">
            <a:avLst/>
          </a:prstGeom>
        </p:spPr>
      </p:pic>
      <p:pic>
        <p:nvPicPr>
          <p:cNvPr id="38" name="Picture 37" descr="leather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000000">
            <a:off x="6583680" y="5303520"/>
            <a:ext cx="1371600" cy="1097280"/>
          </a:xfrm>
          <a:prstGeom prst="rect">
            <a:avLst/>
          </a:prstGeom>
        </p:spPr>
      </p:pic>
      <p:pic>
        <p:nvPicPr>
          <p:cNvPr id="39" name="Picture 38" descr="metal-texture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480000">
            <a:off x="5303520" y="7132320"/>
            <a:ext cx="1463040" cy="914400"/>
          </a:xfrm>
          <a:prstGeom prst="rect">
            <a:avLst/>
          </a:prstGeom>
        </p:spPr>
      </p:pic>
      <p:pic>
        <p:nvPicPr>
          <p:cNvPr id="40" name="Picture 39" descr="ink-paper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180000">
            <a:off x="7772400" y="6217920"/>
            <a:ext cx="1645920" cy="1280160"/>
          </a:xfrm>
          <a:prstGeom prst="rect">
            <a:avLst/>
          </a:prstGeom>
        </p:spPr>
      </p:pic>
      <p:pic>
        <p:nvPicPr>
          <p:cNvPr id="41" name="Picture 40" descr="lego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0880000">
            <a:off x="12801600" y="274320"/>
            <a:ext cx="1645920" cy="13716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 rot="21420000">
            <a:off x="6035040" y="0"/>
            <a:ext cx="1645920" cy="2560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060C"/>
                </a:solidFill>
                <a:latin typeface="Calibri"/>
              </a:defRPr>
            </a:pPr>
            <a:r>
              <a:t>RING MET SENSOR?</a:t>
            </a:r>
          </a:p>
        </p:txBody>
      </p:sp>
      <p:sp>
        <p:nvSpPr>
          <p:cNvPr id="43" name="Rounded Rectangle 42"/>
          <p:cNvSpPr/>
          <p:nvPr/>
        </p:nvSpPr>
        <p:spPr>
          <a:xfrm rot="300000">
            <a:off x="6400800" y="1828800"/>
            <a:ext cx="2377440" cy="256032"/>
          </a:xfrm>
          <a:prstGeom prst="roundRect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SMARTWATCH = PEN-VERVANGER?</a:t>
            </a:r>
          </a:p>
        </p:txBody>
      </p:sp>
      <p:sp>
        <p:nvSpPr>
          <p:cNvPr id="44" name="Rounded Rectangle 43"/>
          <p:cNvSpPr/>
          <p:nvPr/>
        </p:nvSpPr>
        <p:spPr>
          <a:xfrm rot="21360000">
            <a:off x="9418320" y="1371600"/>
            <a:ext cx="2560320" cy="256032"/>
          </a:xfrm>
          <a:prstGeom prst="roundRect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HORLOGE DAT JE SCHRIFT HERKENT</a:t>
            </a:r>
          </a:p>
        </p:txBody>
      </p:sp>
      <p:sp>
        <p:nvSpPr>
          <p:cNvPr id="45" name="Rounded Rectangle 44"/>
          <p:cNvSpPr/>
          <p:nvPr/>
        </p:nvSpPr>
        <p:spPr>
          <a:xfrm rot="480000">
            <a:off x="12344400" y="2011680"/>
            <a:ext cx="1828800" cy="256032"/>
          </a:xfrm>
          <a:prstGeom prst="round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SPIEGEL DIE JE SCANT</a:t>
            </a:r>
          </a:p>
        </p:txBody>
      </p:sp>
      <p:sp>
        <p:nvSpPr>
          <p:cNvPr id="46" name="Rounded Rectangle 45"/>
          <p:cNvSpPr/>
          <p:nvPr/>
        </p:nvSpPr>
        <p:spPr>
          <a:xfrm rot="21240000">
            <a:off x="10058400" y="4389120"/>
            <a:ext cx="1828800" cy="25603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TATTOO ALS PASPOORT</a:t>
            </a:r>
          </a:p>
        </p:txBody>
      </p:sp>
      <p:sp>
        <p:nvSpPr>
          <p:cNvPr id="47" name="Rounded Rectangle 46"/>
          <p:cNvSpPr/>
          <p:nvPr/>
        </p:nvSpPr>
        <p:spPr>
          <a:xfrm rot="720000">
            <a:off x="12984480" y="2926080"/>
            <a:ext cx="1463040" cy="256032"/>
          </a:xfrm>
          <a:prstGeom prst="roundRect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WIJN PROEVEN = 2FA</a:t>
            </a:r>
          </a:p>
        </p:txBody>
      </p:sp>
      <p:sp>
        <p:nvSpPr>
          <p:cNvPr id="48" name="Rounded Rectangle 47"/>
          <p:cNvSpPr/>
          <p:nvPr/>
        </p:nvSpPr>
        <p:spPr>
          <a:xfrm rot="21120000">
            <a:off x="12070080" y="5486400"/>
            <a:ext cx="1645920" cy="256032"/>
          </a:xfrm>
          <a:prstGeom prst="round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YOGA-POSE = UNLOCK</a:t>
            </a:r>
          </a:p>
        </p:txBody>
      </p:sp>
      <p:sp>
        <p:nvSpPr>
          <p:cNvPr id="49" name="Rounded Rectangle 48"/>
          <p:cNvSpPr/>
          <p:nvPr/>
        </p:nvSpPr>
        <p:spPr>
          <a:xfrm rot="21300000">
            <a:off x="91440" y="0"/>
            <a:ext cx="731520" cy="2560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060C"/>
                </a:solidFill>
                <a:latin typeface="Calibri"/>
              </a:defRPr>
            </a:pPr>
            <a:r>
              <a:t>IRIS</a:t>
            </a:r>
          </a:p>
        </p:txBody>
      </p:sp>
      <p:sp>
        <p:nvSpPr>
          <p:cNvPr id="50" name="Rounded Rectangle 49"/>
          <p:cNvSpPr/>
          <p:nvPr/>
        </p:nvSpPr>
        <p:spPr>
          <a:xfrm rot="420000">
            <a:off x="2743200" y="2103120"/>
            <a:ext cx="1463040" cy="256032"/>
          </a:xfrm>
          <a:prstGeom prst="roundRect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060C"/>
                </a:solidFill>
                <a:latin typeface="Calibri"/>
              </a:defRPr>
            </a:pPr>
            <a:r>
              <a:t>VINGERAFDRUK</a:t>
            </a:r>
          </a:p>
        </p:txBody>
      </p:sp>
      <p:sp>
        <p:nvSpPr>
          <p:cNvPr id="51" name="Rounded Rectangle 50"/>
          <p:cNvSpPr/>
          <p:nvPr/>
        </p:nvSpPr>
        <p:spPr>
          <a:xfrm rot="21420000">
            <a:off x="4389120" y="1828800"/>
            <a:ext cx="1280160" cy="256032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060C"/>
                </a:solidFill>
                <a:latin typeface="Calibri"/>
              </a:defRPr>
            </a:pPr>
            <a:r>
              <a:t>SCHRIJF-DNA</a:t>
            </a:r>
          </a:p>
        </p:txBody>
      </p:sp>
      <p:sp>
        <p:nvSpPr>
          <p:cNvPr id="52" name="Rounded Rectangle 51"/>
          <p:cNvSpPr/>
          <p:nvPr/>
        </p:nvSpPr>
        <p:spPr>
          <a:xfrm rot="240000">
            <a:off x="182880" y="3200400"/>
            <a:ext cx="1280160" cy="25603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060C"/>
                </a:solidFill>
                <a:latin typeface="Calibri"/>
              </a:defRPr>
            </a:pPr>
            <a:r>
              <a:t>LAKZEGEL 2.0</a:t>
            </a:r>
          </a:p>
        </p:txBody>
      </p:sp>
      <p:sp>
        <p:nvSpPr>
          <p:cNvPr id="53" name="Rounded Rectangle 52"/>
          <p:cNvSpPr/>
          <p:nvPr/>
        </p:nvSpPr>
        <p:spPr>
          <a:xfrm rot="21240000">
            <a:off x="2286000" y="2926080"/>
            <a:ext cx="1828800" cy="256032"/>
          </a:xfrm>
          <a:prstGeom prst="roundRect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KLOP-RITME = CODE</a:t>
            </a:r>
          </a:p>
        </p:txBody>
      </p:sp>
      <p:sp>
        <p:nvSpPr>
          <p:cNvPr id="54" name="Rounded Rectangle 53"/>
          <p:cNvSpPr/>
          <p:nvPr/>
        </p:nvSpPr>
        <p:spPr>
          <a:xfrm rot="180000">
            <a:off x="7315200" y="4114800"/>
            <a:ext cx="1463040" cy="2560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CHIP IN DE PUNT</a:t>
            </a:r>
          </a:p>
        </p:txBody>
      </p:sp>
      <p:sp>
        <p:nvSpPr>
          <p:cNvPr id="55" name="Rounded Rectangle 54"/>
          <p:cNvSpPr/>
          <p:nvPr/>
        </p:nvSpPr>
        <p:spPr>
          <a:xfrm rot="21360000">
            <a:off x="274320" y="4754880"/>
            <a:ext cx="1828800" cy="256032"/>
          </a:xfrm>
          <a:prstGeom prst="round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KASTJE NAAST JE PC</a:t>
            </a:r>
          </a:p>
        </p:txBody>
      </p:sp>
      <p:sp>
        <p:nvSpPr>
          <p:cNvPr id="56" name="Rounded Rectangle 55"/>
          <p:cNvSpPr/>
          <p:nvPr/>
        </p:nvSpPr>
        <p:spPr>
          <a:xfrm rot="360000">
            <a:off x="4572000" y="4572000"/>
            <a:ext cx="1828800" cy="256032"/>
          </a:xfrm>
          <a:prstGeom prst="roundRect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IN JE TELEFOONHOESJE</a:t>
            </a:r>
          </a:p>
        </p:txBody>
      </p:sp>
      <p:sp>
        <p:nvSpPr>
          <p:cNvPr id="57" name="Rounded Rectangle 56"/>
          <p:cNvSpPr/>
          <p:nvPr/>
        </p:nvSpPr>
        <p:spPr>
          <a:xfrm rot="21420000">
            <a:off x="5760720" y="3200400"/>
            <a:ext cx="1828800" cy="256032"/>
          </a:xfrm>
          <a:prstGeom prst="roundRect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INGEBOUWD IN LAPTOP</a:t>
            </a:r>
          </a:p>
        </p:txBody>
      </p:sp>
      <p:sp>
        <p:nvSpPr>
          <p:cNvPr id="58" name="Rounded Rectangle 57"/>
          <p:cNvSpPr/>
          <p:nvPr/>
        </p:nvSpPr>
        <p:spPr>
          <a:xfrm rot="300000">
            <a:off x="7772400" y="2743200"/>
            <a:ext cx="1828800" cy="256032"/>
          </a:xfrm>
          <a:prstGeom prst="round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PARFUM DAT JE AUTH</a:t>
            </a:r>
          </a:p>
        </p:txBody>
      </p:sp>
      <p:sp>
        <p:nvSpPr>
          <p:cNvPr id="59" name="Rounded Rectangle 58"/>
          <p:cNvSpPr/>
          <p:nvPr/>
        </p:nvSpPr>
        <p:spPr>
          <a:xfrm rot="21300000">
            <a:off x="2743200" y="5943600"/>
            <a:ext cx="2103120" cy="2560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HANDSCHOEN MET SENSOREN</a:t>
            </a:r>
          </a:p>
        </p:txBody>
      </p:sp>
      <p:sp>
        <p:nvSpPr>
          <p:cNvPr id="60" name="Rounded Rectangle 59"/>
          <p:cNvSpPr/>
          <p:nvPr/>
        </p:nvSpPr>
        <p:spPr>
          <a:xfrm rot="240000">
            <a:off x="6217920" y="5943600"/>
            <a:ext cx="2103120" cy="25603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BUREAUMAT DIE MEELEEST</a:t>
            </a:r>
          </a:p>
        </p:txBody>
      </p:sp>
      <p:sp>
        <p:nvSpPr>
          <p:cNvPr id="61" name="Rounded Rectangle 60"/>
          <p:cNvSpPr/>
          <p:nvPr/>
        </p:nvSpPr>
        <p:spPr>
          <a:xfrm rot="21180000">
            <a:off x="8686800" y="5486400"/>
            <a:ext cx="1645920" cy="256032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6060C"/>
                </a:solidFill>
                <a:latin typeface="Calibri"/>
              </a:defRPr>
            </a:pPr>
            <a:r>
              <a:t>STEMPEL (maar slim)</a:t>
            </a:r>
          </a:p>
        </p:txBody>
      </p:sp>
      <p:sp>
        <p:nvSpPr>
          <p:cNvPr id="62" name="Rounded Rectangle 61"/>
          <p:cNvSpPr/>
          <p:nvPr/>
        </p:nvSpPr>
        <p:spPr>
          <a:xfrm rot="300000">
            <a:off x="457200" y="6400800"/>
            <a:ext cx="1828800" cy="256032"/>
          </a:xfrm>
          <a:prstGeom prst="roundRect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06060C"/>
                </a:solidFill>
                <a:latin typeface="Calibri"/>
              </a:defRPr>
            </a:pPr>
            <a:r>
              <a:t>BANKSY = ANONIEM</a:t>
            </a:r>
            <a:br/>
            <a:r>
              <a:t>MAAR HERKENBAAR</a:t>
            </a:r>
          </a:p>
        </p:txBody>
      </p:sp>
      <p:sp>
        <p:nvSpPr>
          <p:cNvPr id="63" name="Rounded Rectangle 62"/>
          <p:cNvSpPr/>
          <p:nvPr/>
        </p:nvSpPr>
        <p:spPr>
          <a:xfrm rot="21240000">
            <a:off x="4572000" y="6400800"/>
            <a:ext cx="1645920" cy="256032"/>
          </a:xfrm>
          <a:prstGeom prst="roundRect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VUUR-LOPEN ALS LOGIN</a:t>
            </a:r>
          </a:p>
        </p:txBody>
      </p:sp>
      <p:sp>
        <p:nvSpPr>
          <p:cNvPr id="64" name="Rounded Rectangle 63"/>
          <p:cNvSpPr/>
          <p:nvPr/>
        </p:nvSpPr>
        <p:spPr>
          <a:xfrm rot="180000">
            <a:off x="8229600" y="6400800"/>
            <a:ext cx="2011680" cy="256032"/>
          </a:xfrm>
          <a:prstGeom prst="roundRect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00" b="1">
                <a:solidFill>
                  <a:srgbClr val="06060C"/>
                </a:solidFill>
                <a:latin typeface="Calibri"/>
              </a:defRPr>
            </a:pPr>
            <a:r>
              <a:t>JAARRINGEN = JE LEEFTIJD</a:t>
            </a:r>
            <a:br/>
            <a:r>
              <a:t>IN JE SCHRIJFSTIJL</a:t>
            </a:r>
          </a:p>
        </p:txBody>
      </p:sp>
      <p:sp>
        <p:nvSpPr>
          <p:cNvPr id="65" name="Rounded Rectangle 64"/>
          <p:cNvSpPr/>
          <p:nvPr/>
        </p:nvSpPr>
        <p:spPr>
          <a:xfrm rot="21360000">
            <a:off x="10058400" y="6400800"/>
            <a:ext cx="2011680" cy="256032"/>
          </a:xfrm>
          <a:prstGeom prst="round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DOOLHOF: ALLEEN JIJ</a:t>
            </a:r>
            <a:br/>
            <a:r>
              <a:t>KENT DE WEG</a:t>
            </a:r>
          </a:p>
        </p:txBody>
      </p:sp>
      <p:sp>
        <p:nvSpPr>
          <p:cNvPr id="66" name="Rounded Rectangle 65"/>
          <p:cNvSpPr/>
          <p:nvPr/>
        </p:nvSpPr>
        <p:spPr>
          <a:xfrm rot="420000">
            <a:off x="12070080" y="6400800"/>
            <a:ext cx="1828800" cy="2560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6060C"/>
                </a:solidFill>
                <a:latin typeface="Calibri"/>
              </a:defRPr>
            </a:pPr>
            <a:r>
              <a:t>ONDERTEKENEN</a:t>
            </a:r>
            <a:br/>
            <a:r>
              <a:t>VANUIT DE RUIMTE</a:t>
            </a:r>
          </a:p>
        </p:txBody>
      </p:sp>
      <p:sp>
        <p:nvSpPr>
          <p:cNvPr id="67" name="TextBox 66"/>
          <p:cNvSpPr txBox="1"/>
          <p:nvPr/>
        </p:nvSpPr>
        <p:spPr>
          <a:xfrm rot="21120000">
            <a:off x="3657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A537"/>
                </a:solidFill>
                <a:latin typeface="Calibri"/>
              </a:defRPr>
            </a:pPr>
            <a:r>
              <a:t>Wat als de PEN</a:t>
            </a:r>
            <a:br/>
            <a:r>
              <a:t>weg kan?</a:t>
            </a:r>
          </a:p>
        </p:txBody>
      </p:sp>
      <p:sp>
        <p:nvSpPr>
          <p:cNvPr id="68" name="TextBox 67"/>
          <p:cNvSpPr txBox="1"/>
          <p:nvPr/>
        </p:nvSpPr>
        <p:spPr>
          <a:xfrm rot="360000">
            <a:off x="4389120" y="182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E5FF"/>
                </a:solidFill>
                <a:latin typeface="Calibri"/>
              </a:defRPr>
            </a:pPr>
            <a:r>
              <a:t>Wat als het in</a:t>
            </a:r>
            <a:br/>
            <a:r>
              <a:t>je HORLOGE zit?</a:t>
            </a:r>
          </a:p>
        </p:txBody>
      </p:sp>
      <p:sp>
        <p:nvSpPr>
          <p:cNvPr id="69" name="TextBox 68"/>
          <p:cNvSpPr txBox="1"/>
          <p:nvPr/>
        </p:nvSpPr>
        <p:spPr>
          <a:xfrm rot="21360000">
            <a:off x="10515600" y="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1080"/>
                </a:solidFill>
                <a:latin typeface="Calibri"/>
              </a:defRPr>
            </a:pPr>
            <a:r>
              <a:t>Wat als je DANS</a:t>
            </a:r>
            <a:br/>
            <a:r>
              <a:t>je wachtwoord is?</a:t>
            </a:r>
          </a:p>
        </p:txBody>
      </p:sp>
      <p:sp>
        <p:nvSpPr>
          <p:cNvPr id="70" name="TextBox 69"/>
          <p:cNvSpPr txBox="1"/>
          <p:nvPr/>
        </p:nvSpPr>
        <p:spPr>
          <a:xfrm rot="300000">
            <a:off x="182880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A0FF20"/>
                </a:solidFill>
                <a:latin typeface="Calibri"/>
              </a:defRPr>
            </a:pPr>
            <a:r>
              <a:t>Wat als de DEUR</a:t>
            </a:r>
            <a:br/>
            <a:r>
              <a:t>je handschrift kent?</a:t>
            </a:r>
          </a:p>
        </p:txBody>
      </p:sp>
      <p:sp>
        <p:nvSpPr>
          <p:cNvPr id="71" name="TextBox 70"/>
          <p:cNvSpPr txBox="1"/>
          <p:nvPr/>
        </p:nvSpPr>
        <p:spPr>
          <a:xfrm rot="21240000">
            <a:off x="5029200" y="5029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8C00"/>
                </a:solidFill>
                <a:latin typeface="Calibri"/>
              </a:defRPr>
            </a:pPr>
            <a:r>
              <a:t>Wat als papier</a:t>
            </a:r>
            <a:br/>
            <a:r>
              <a:t>zelf weet WIE</a:t>
            </a:r>
            <a:br/>
            <a:r>
              <a:t>erop schrijft?</a:t>
            </a:r>
          </a:p>
        </p:txBody>
      </p:sp>
      <p:sp>
        <p:nvSpPr>
          <p:cNvPr id="72" name="TextBox 71"/>
          <p:cNvSpPr txBox="1"/>
          <p:nvPr/>
        </p:nvSpPr>
        <p:spPr>
          <a:xfrm rot="180000">
            <a:off x="914400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E5FF"/>
                </a:solidFill>
                <a:latin typeface="Calibri"/>
              </a:defRPr>
            </a:pPr>
            <a:r>
              <a:t>Vlinder = uniek.</a:t>
            </a:r>
            <a:br/>
            <a:r>
              <a:t>Sneeuwvlok = uniek.</a:t>
            </a:r>
            <a:br/>
            <a:r>
              <a:t>Schrijfstijl = ???</a:t>
            </a:r>
          </a:p>
        </p:txBody>
      </p:sp>
      <p:sp>
        <p:nvSpPr>
          <p:cNvPr id="73" name="TextBox 72"/>
          <p:cNvSpPr txBox="1"/>
          <p:nvPr/>
        </p:nvSpPr>
        <p:spPr>
          <a:xfrm rot="21420000">
            <a:off x="27432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BB55FF"/>
                </a:solidFill>
                <a:latin typeface="Calibri"/>
              </a:defRPr>
            </a:pPr>
            <a:r>
              <a:t>Octopus: 8 armen</a:t>
            </a:r>
            <a:br/>
            <a:r>
              <a:t>8 sensoren</a:t>
            </a:r>
            <a:br/>
            <a:r>
              <a:t>8 wachtwoorden</a:t>
            </a:r>
          </a:p>
        </p:txBody>
      </p:sp>
      <p:sp>
        <p:nvSpPr>
          <p:cNvPr id="74" name="TextBox 73"/>
          <p:cNvSpPr txBox="1"/>
          <p:nvPr/>
        </p:nvSpPr>
        <p:spPr>
          <a:xfrm rot="420000">
            <a:off x="4206240" y="5760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1080"/>
                </a:solidFill>
                <a:latin typeface="Calibri"/>
              </a:defRPr>
            </a:pPr>
            <a:r>
              <a:t>Als papegaai je</a:t>
            </a:r>
            <a:br/>
            <a:r>
              <a:t>stem nadoet:</a:t>
            </a:r>
            <a:br/>
            <a:r>
              <a:t>is hij jou?</a:t>
            </a:r>
          </a:p>
        </p:txBody>
      </p:sp>
      <p:sp>
        <p:nvSpPr>
          <p:cNvPr id="75" name="TextBox 74"/>
          <p:cNvSpPr txBox="1"/>
          <p:nvPr/>
        </p:nvSpPr>
        <p:spPr>
          <a:xfrm rot="21300000">
            <a:off x="6858000" y="6858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4A537"/>
                </a:solidFill>
                <a:latin typeface="Calibri"/>
              </a:defRPr>
            </a:pPr>
            <a:r>
              <a:t>Oma's geheime recept =</a:t>
            </a:r>
            <a:br/>
            <a:r>
              <a:t>oude 2FA</a:t>
            </a:r>
          </a:p>
        </p:txBody>
      </p:sp>
      <p:sp>
        <p:nvSpPr>
          <p:cNvPr id="76" name="TextBox 75"/>
          <p:cNvSpPr txBox="1"/>
          <p:nvPr/>
        </p:nvSpPr>
        <p:spPr>
          <a:xfrm rot="20700000">
            <a:off x="128016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0FF20"/>
                </a:solidFill>
                <a:latin typeface="Calibri"/>
              </a:defRPr>
            </a:pPr>
            <a:r>
              <a:t>LEGO: bouw je</a:t>
            </a:r>
            <a:br/>
            <a:r>
              <a:t>eigen authenticatie</a:t>
            </a:r>
            <a:br/>
            <a:r>
              <a:t>per situatie</a:t>
            </a:r>
          </a:p>
        </p:txBody>
      </p:sp>
      <p:sp>
        <p:nvSpPr>
          <p:cNvPr id="77" name="TextBox 76"/>
          <p:cNvSpPr txBox="1"/>
          <p:nvPr/>
        </p:nvSpPr>
        <p:spPr>
          <a:xfrm rot="600000">
            <a:off x="1280160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8C00"/>
                </a:solidFill>
                <a:latin typeface="Calibri"/>
              </a:defRPr>
            </a:pPr>
            <a:r>
              <a:t>Koken op gevoel.</a:t>
            </a:r>
            <a:br/>
            <a:r>
              <a:t>Schrijven op gevoel.</a:t>
            </a:r>
            <a:br/>
            <a:r>
              <a:t>Zelfde ding?</a:t>
            </a:r>
          </a:p>
        </p:txBody>
      </p:sp>
      <p:sp>
        <p:nvSpPr>
          <p:cNvPr id="78" name="TextBox 77"/>
          <p:cNvSpPr txBox="1"/>
          <p:nvPr/>
        </p:nvSpPr>
        <p:spPr>
          <a:xfrm rot="21420000">
            <a:off x="89611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BB55FF"/>
                </a:solidFill>
                <a:latin typeface="Calibri"/>
              </a:defRPr>
            </a:pPr>
            <a:r>
              <a:t>GEUR is de meest</a:t>
            </a:r>
            <a:br/>
            <a:r>
              <a:t>persoonlijke zin.</a:t>
            </a:r>
            <a:br/>
            <a:r>
              <a:t>Parfum = handtekening?</a:t>
            </a:r>
          </a:p>
        </p:txBody>
      </p:sp>
      <p:sp>
        <p:nvSpPr>
          <p:cNvPr id="79" name="Oval 78"/>
          <p:cNvSpPr/>
          <p:nvPr/>
        </p:nvSpPr>
        <p:spPr>
          <a:xfrm>
            <a:off x="1371600" y="274320"/>
            <a:ext cx="137160" cy="137160"/>
          </a:xfrm>
          <a:prstGeom prst="ellipse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754880" y="1097280"/>
            <a:ext cx="109728" cy="109728"/>
          </a:xfrm>
          <a:prstGeom prst="ellipse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32320" y="457200"/>
            <a:ext cx="164592" cy="164592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4000" y="73152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2618720" y="1645920"/>
            <a:ext cx="128016" cy="12801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474720" y="2743200"/>
            <a:ext cx="146304" cy="146304"/>
          </a:xfrm>
          <a:prstGeom prst="ellipse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686800" y="3200400"/>
            <a:ext cx="109728" cy="109728"/>
          </a:xfrm>
          <a:prstGeom prst="ellipse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89920" y="4754880"/>
            <a:ext cx="137160" cy="137160"/>
          </a:xfrm>
          <a:prstGeom prst="ellipse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4400" y="6858000"/>
            <a:ext cx="118872" cy="118872"/>
          </a:xfrm>
          <a:prstGeom prst="ellipse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400800" y="731520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3716000" y="6400800"/>
            <a:ext cx="146304" cy="146304"/>
          </a:xfrm>
          <a:prstGeom prst="ellipse">
            <a:avLst/>
          </a:prstGeom>
          <a:solidFill>
            <a:srgbClr val="FF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972800" y="457200"/>
            <a:ext cx="100584" cy="100584"/>
          </a:xfrm>
          <a:prstGeom prst="ellipse">
            <a:avLst/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657600" y="7132320"/>
            <a:ext cx="128016" cy="128016"/>
          </a:xfrm>
          <a:prstGeom prst="ellipse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3258800" y="4572000"/>
            <a:ext cx="109728" cy="109728"/>
          </a:xfrm>
          <a:prstGeom prst="ellipse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31520" y="4114800"/>
            <a:ext cx="91440" cy="91440"/>
          </a:xfrm>
          <a:prstGeom prst="ellipse">
            <a:avLst/>
          </a:prstGeom>
          <a:solidFill>
            <a:srgbClr val="A0F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114800" y="5303520"/>
            <a:ext cx="3657600" cy="320040"/>
          </a:xfrm>
          <a:prstGeom prst="roundRect">
            <a:avLst/>
          </a:prstGeom>
          <a:solidFill>
            <a:srgbClr val="06060C"/>
          </a:solidFill>
          <a:ln w="25400"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4A537"/>
                </a:solidFill>
                <a:latin typeface="Georgia"/>
              </a:defRPr>
            </a:pPr>
            <a:r>
              <a:t>HOE BEWIJS JE WIE JE BENT?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57600" y="5669280"/>
            <a:ext cx="4572000" cy="256032"/>
          </a:xfrm>
          <a:prstGeom prst="round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E5FF"/>
                </a:solidFill>
                <a:latin typeface="Calibri"/>
              </a:defRPr>
            </a:pPr>
            <a:r>
              <a:t>Niet per se een pen. Misschien een ring. Of je huid. Of je dans.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0" y="7955279"/>
            <a:ext cx="5486400" cy="228600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6060C"/>
                </a:solidFill>
                <a:latin typeface="Georgia"/>
              </a:defRPr>
            </a:pPr>
            <a:r>
              <a:t>CONCEPT COLLECTION — DE ANALOGE SECURITY EXPERT — DIVERGEER!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