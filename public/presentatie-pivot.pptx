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Calibri"/>
              </a:rPr>
              <a:t>PIVOT · AURORA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D2938"/>
                </a:solidFill>
                <a:latin typeface="Calibri"/>
              </a:rPr>
              <a:t>Van natte handtekening naar gekoppelde identiteit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6173"/>
                </a:solidFill>
                <a:latin typeface="Calibri"/>
              </a:rPr>
              <a:t>Het papier en de pen blijven. Het bewijs verschuift.</a:t>
            </a:r>
          </a:p>
        </p:txBody>
      </p:sp>
      <p:pic>
        <p:nvPicPr>
          <p:cNvPr id="7" name="Picture 6" descr="hoogover-ex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83080"/>
            <a:ext cx="11064240" cy="66385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922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6173"/>
                </a:solidFill>
                <a:latin typeface="Calibri"/>
              </a:rPr>
              <a:t>Anke · Lianne · Jr  ·  EDIM.21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Calibri"/>
              </a:rPr>
              <a:t>ANALYSE · DEEL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2D2938"/>
                </a:solidFill>
                <a:latin typeface="Calibri"/>
              </a:rPr>
              <a:t>Strategisch &amp; technisch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4864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45920"/>
            <a:ext cx="32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Strategische 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125+ jaar autoriteit rond ondertekenen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Betekeniswereld (vertrouwen, gezag) blijft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Verschuiving: van tool naar proces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417320"/>
            <a:ext cx="54864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32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Kerncompetenties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14884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Domeinkennis: hoe mensen tekenen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Merkautoriteit bij notaris en bank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Bestaand distributienetwerk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Niet in huis: tech-engineering → partner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864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4251960"/>
            <a:ext cx="32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Technische fit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5488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Aurora levert kennismodel + merk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Techpartner levert infrastructuur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Hergebruik: ID-scan, NFC, PIN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Protocol koppelt handtekening aan 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023360"/>
            <a:ext cx="548640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4251960"/>
            <a:ext cx="32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434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Concurrentievoordeel — nieuwe markt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754880"/>
            <a:ext cx="50292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DocuSign/PKI: 100% digitaal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DigiD: overheidsgebonden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Witte plek: hybride papier + digitaal bewijs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Aurora als eerste geloofwaardig in die combinatie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11480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474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Calibri"/>
              </a:rPr>
              <a:t>ANALYSE · DEEL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2D2938"/>
                </a:solidFill>
                <a:latin typeface="Calibri"/>
              </a:rPr>
              <a:t>Waarde &amp; financieel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6576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45920"/>
            <a:ext cx="32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Customer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200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Notaris: rechtsgeldigheid zonder extra stap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Bank: fraudepreventie bij contracten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Gemeente: schaalbare ondertekening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Eindgebruiker: vertrouwde handtekening met bewijsbare identiteit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417320"/>
            <a:ext cx="365760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1645920"/>
            <a:ext cx="320040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Financiële kansen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48840"/>
            <a:ext cx="3200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Licentiemodel kennismodel (recurring)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Hardware-omzet verificatiestations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Training en consultancy bij uitrol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NL-markt: ~3.000 notarissen, banken, 340 gemeenten, zakelijk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Merkextensie zonder kannibalisatie bestaande lijn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17320"/>
            <a:ext cx="3657600" cy="4846320"/>
          </a:xfrm>
          <a:prstGeom prst="roundRect">
            <a:avLst>
              <a:gd name="adj" fmla="val 8000"/>
            </a:avLst>
          </a:prstGeom>
          <a:solidFill>
            <a:srgbClr val="FDECEA"/>
          </a:solidFill>
          <a:ln w="19050">
            <a:solidFill>
              <a:srgbClr val="F47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1645920"/>
            <a:ext cx="320040" cy="45720"/>
          </a:xfrm>
          <a:prstGeom prst="rect">
            <a:avLst/>
          </a:prstGeom>
          <a:solidFill>
            <a:srgbClr val="F47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737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2D2938"/>
                </a:solidFill>
                <a:latin typeface="Calibri"/>
              </a:rPr>
              <a:t>Financiële risico's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48840"/>
            <a:ext cx="3200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Ontwikkelkosten techpartner buiten onze grip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Adoptietijd lang (compliance, juridisch)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Afhankelijkheid van één techpartner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Fully-digital concurrentie drukt marges</a:t>
            </a:r>
          </a:p>
          <a:p>
            <a:pPr>
              <a:spcAft>
                <a:spcPts val="400"/>
              </a:spcAft>
            </a:pPr>
            <a:r>
              <a:rPr sz="1050">
                <a:solidFill>
                  <a:srgbClr val="6B6173"/>
                </a:solidFill>
                <a:latin typeface="Calibri"/>
              </a:rPr>
              <a:t>•  Risico cannibalisatie pen-lijn bij brede uitrol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